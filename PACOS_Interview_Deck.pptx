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 Semibold"/>
              </a:rPr>
              <a:t>PACOS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9D6E6"/>
                </a:solidFill>
                <a:latin typeface="Segoe UI"/>
              </a:rPr>
              <a:t>Personal AI Career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0C6"/>
                </a:solidFill>
                <a:latin typeface="Segoe UI"/>
              </a:rPr>
              <a:t>A local-first pipeline that drafts job-search outreach and tracks it. The model writes; a human approves every send.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74920"/>
            <a:ext cx="3108960" cy="15240"/>
          </a:xfrm>
          <a:prstGeom prst="rect">
            <a:avLst/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Prasanna Kulkarni</a:t>
            </a:r>
            <a:r>
              <a:rPr sz="1400" b="0" i="0">
                <a:solidFill>
                  <a:srgbClr val="9FB0C6"/>
                </a:solidFill>
                <a:latin typeface="Segoe UI"/>
              </a:rPr>
              <a:t>    AI Engineer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93A3"/>
                </a:solidFill>
                <a:latin typeface="Segoe UI"/>
              </a:rPr>
              <a:t>kulkarniprasanna25@gmail.com   ·   github.com/prasannakulkarni2510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14884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14884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69748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9748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24612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24612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79476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79476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34340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Nemotron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Why I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A serious job search is a lot of small, repeated work. For each person I want to reach, I research them, write a tailored email, cut it down to a LinkedIn DM, draft a cover letter, note how to adjust my CV, then remember to follow up a week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Doing that by hand, I kept losing the thread of who I'd contacted and where things stood.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0424160" cy="15544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840480"/>
            <a:ext cx="128016" cy="155448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9784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The line I would not cross:  </a:t>
            </a:r>
            <a:r>
              <a:rPr sz="1600" b="0" i="0">
                <a:solidFill>
                  <a:srgbClr val="5C6677"/>
                </a:solidFill>
                <a:latin typeface="Segoe UI"/>
              </a:rPr>
              <a:t>automate the drafting and the bookkeeping, but never let a model email strangers on my behalf. So the rule from day one was simple. The model drafts, I decide what actually gets 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Three light layers, plain files underneath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3401568" cy="109728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E8EC4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Asset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One lead in, four outreach drafts out: a cold email, a short LinkedIn DM, a cover letter, and notes on how to tweak my CV for that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828800"/>
            <a:ext cx="3401568" cy="109728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18A3B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Inbox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Reads Gmail for LinkedIn and Naukri job alerts and recruiter replies, and folds them into the tracker. Read-only, always. Only the gmail.readonly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828800"/>
            <a:ext cx="3401568" cy="109728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E8EC4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One source of truth for where every lead stands. Follow-up logic, a status flow, and a daily digest that tells me who to chase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8A93A3"/>
                </a:solidFill>
                <a:latin typeface="Segoe UI"/>
              </a:rPr>
              <a:t>No orchestration for the storage, no separate CRM. State lives in SQLite; the CSVs you can open in Excel are exports of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Two front doors, one tested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0020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1600200"/>
            <a:ext cx="36941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Web dashboard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React · Zustand ·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600200"/>
            <a:ext cx="36941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Command line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pacos generate · monitor · digest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788920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2788920"/>
            <a:ext cx="927201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FastAPI  →  shared pacos core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the same logic the CLI runs, wrapped as a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88620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ECF3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86200"/>
            <a:ext cx="4151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Generation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LangGraph multi-agent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8620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BF1E4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886200"/>
            <a:ext cx="200253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Model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NVIDIA Nemotron
(NIM, OpenAI-compatible)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88620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ECF3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3886200"/>
            <a:ext cx="200253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State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SQLite source of truth
CSV =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57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The model is one env var.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Because the endpoint is OpenAI-compatible, swapping Nemotron for another model, or pointing at a self-hosted NIM container, is a config change with no code edits.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THE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Per lead it is a small graph, not one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C6677"/>
                </a:solidFill>
                <a:latin typeface="Segoe UI"/>
              </a:rPr>
              <a:t>A supervisor runs the agents for a lead and assembles the result. Roughly five model calls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Personalization agent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2E6"/>
                </a:solidFill>
                <a:latin typeface="Segoe UI"/>
              </a:rPr>
              <a:t>Produces one shared hook: the sharpest sentence tying me to this person or company, plus a read on the domain.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2834640"/>
            <a:ext cx="502920" cy="365760"/>
          </a:xfrm>
          <a:prstGeom prst="rightArrow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cold_email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2" y="201168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cold_dm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99232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999232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cover_letter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1112" y="2999232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999232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cv_notes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276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E8EC4"/>
                </a:solidFill>
                <a:latin typeface="Segoe UI Semibold"/>
              </a:rPr>
              <a:t>four asset agents  ·  run in parallel off the shared hook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52560" y="2834640"/>
            <a:ext cx="457200" cy="365760"/>
          </a:xfrm>
          <a:prstGeom prst="rightArrow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6920" y="233172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560320"/>
            <a:ext cx="1463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Assembled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BFD2E6"/>
                </a:solidFill>
                <a:latin typeface="Segoe UI"/>
              </a:rPr>
              <a:t>four drafts on one angle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0740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Shared hook: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keeps all four drafts coherent instead of four separate takes.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0740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Conditional edge: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skips the email agent when a lead has no address.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657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0176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Streaming status: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LangGraph streaming drives a real per-agent board in the UI.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0657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0176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Checkpoint / resume: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a large batch that fails partway resumes without re-spending tokens.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ENGINEERING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A decision I reversed, on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74920" cy="33832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1">
                <a:solidFill>
                  <a:srgbClr val="5C6677"/>
                </a:solidFill>
                <a:latin typeface="Segoe UI Semibold"/>
              </a:rPr>
              <a:t>My first design doc said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One model call per lead. Four files out. No orchestration framework at all.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1">
                <a:solidFill>
                  <a:srgbClr val="5C6677"/>
                </a:solidFill>
                <a:latin typeface="Segoe UI"/>
              </a:rPr>
              <a:t>Simpler. Cheaper. Fewer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074920" cy="3383280"/>
          </a:xfrm>
          <a:prstGeom prst="roundRect">
            <a:avLst>
              <a:gd name="adj" fmla="val 6000"/>
            </a:avLst>
          </a:prstGeom>
          <a:solidFill>
            <a:srgbClr val="101D36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1">
                <a:solidFill>
                  <a:srgbClr val="E18A3B"/>
                </a:solidFill>
                <a:latin typeface="Segoe UI Semibold"/>
              </a:rPr>
              <a:t>What I shipped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572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5DFEC"/>
                </a:solidFill>
                <a:latin typeface="Segoe UI"/>
              </a:rPr>
              <a:t>A LangGraph graph, about 5x the calls per lead and one real dependency. I took that cost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coherent drafts from the shared hook,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a status board that reflects real per-agent progress,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checkpoint and resume on a failed batch,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and first-class human-in-the-loop interrupts.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1E2E"/>
                </a:solidFill>
                <a:latin typeface="Segoe UI Semibold"/>
              </a:rPr>
              <a:t>I keep architecture decision records, </a:t>
            </a:r>
            <a:r>
              <a:rPr sz="1400" b="0" i="0">
                <a:solidFill>
                  <a:srgbClr val="5C6677"/>
                </a:solidFill>
                <a:latin typeface="Segoe UI"/>
              </a:rPr>
              <a:t>including this reversal, so the trade-off is written down and I can explain why the extra calls earn their keep.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CONSTRAINTS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The guardrails came first, not 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Never auto-sends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Every draft is copy-pasted by me after I read it. There is no send path in the code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43784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43784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43784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Inbox is strictly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43784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The monitor requests only gmail.readonly. It never sends, labels, deletes, or modifies 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04488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4488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04488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The model proposes, it never writes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04488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The JD parser and chat assistant turn my pasted text into a lead proposal. Nothing lands in the tracker until I confirm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65192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965192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65192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Recruiter discovery is deterministic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965192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Boolean people-searches with LinkedIn and Google X-Ray links, built from what PACOS already knows. No scraping, no model call.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One tracker, a status flow, a daily digest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312163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3121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pending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8998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92323" y="1828800"/>
            <a:ext cx="914400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2323" y="182880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sent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6158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63923" y="1828800"/>
            <a:ext cx="1312163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923" y="1828800"/>
            <a:ext cx="13121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replied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30950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3286" y="1828800"/>
            <a:ext cx="1709928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6" y="1828800"/>
            <a:ext cx="1709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interested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98078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0414" y="1828800"/>
            <a:ext cx="1577339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4" y="1828800"/>
            <a:ext cx="15773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interview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3261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34953" y="1828800"/>
            <a:ext cx="1046988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4953" y="1828800"/>
            <a:ext cx="10469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offer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60604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2700">
            <a:solidFill>
              <a:srgbClr val="E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3B3B"/>
                </a:solidFill>
                <a:latin typeface="Consolas"/>
              </a:rPr>
              <a:t>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51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8A93A3"/>
                </a:solidFill>
                <a:latin typeface="Segoe UI"/>
              </a:rPr>
              <a:t>any stage 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5661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The digest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7482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8176" y="420624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Today's action list.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who replied, who is due for a follow-up.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9514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8176" y="488289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Follow-up logic is built in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so a lead I sent to a week ago resurfaces on its 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5661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490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Source of truth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427482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420624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SQLite holds the real state.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every lead, every status change.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088" y="49514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488289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tracker.csv is an export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not the database. Handy to open, never authoritative.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Same core, two ways to run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074920" cy="128016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51E2E"/>
                </a:solidFill>
                <a:latin typeface="Segoe UI Semibold"/>
              </a:rPr>
              <a:t>Local-first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76606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2697480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Runs from one folder.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one operator, one workspace, all state on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1703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3648456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Packaged as a single frozen exe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with PyInstaller. No install, no server to stand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66801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3896" y="4599432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SQLite locally.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the whole thing works with no network except the model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373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01D36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737360"/>
            <a:ext cx="5120640" cy="12801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6606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697480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 private, token-gated web app.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one Docker service on Render.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5158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447288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Postgres on Neon in the cloud;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local stays SQLite.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2656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197096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Deployment is a config choice,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not a rewrite. Same tested core underneath.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HONEST LIMITS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Where it stops, and where I'd take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51E2E"/>
                </a:solidFill>
                <a:latin typeface="Segoe UI Semibold"/>
              </a:rPr>
              <a:t>What it is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8318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251460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Single-user by design.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multi-tenant would need real auth and per-user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5341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346557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Only as sharp as the lead data.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thin inputs give generic drafts.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21081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4142232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No sending, ever.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that is a feature, but it does mean I stay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830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51E2E"/>
                </a:solidFill>
                <a:latin typeface="Segoe UI Semibold"/>
              </a:rPr>
              <a:t>What I'd build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258318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51460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Richer reply classification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so recruiter intent sorts itself more reliably.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35341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46557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A feedback loop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from what got a response back into how the drafts are written.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448513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4416552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Deeper enrichment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verify predicted emails and pull company data — basic one-click enrichment already ships.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822960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Thanks. Happy to go deeper.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918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A9BAD0"/>
                </a:solidFill>
                <a:latin typeface="Segoe UI"/>
              </a:rPr>
              <a:t>The graph internals, the human-in-the-loop constraints, or the local-to-cloud path. Pick a thread and I'll walk you through the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480560"/>
            <a:ext cx="3108960" cy="15240"/>
          </a:xfrm>
          <a:prstGeom prst="rect">
            <a:avLst/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663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Prasanna Kulkarni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9FB0C6"/>
                </a:solidFill>
                <a:latin typeface="Segoe UI"/>
              </a:rPr>
              <a:t>kulkarniprasanna25@gmail.com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8A93A3"/>
                </a:solidFill>
                <a:latin typeface="Segoe UI"/>
              </a:rPr>
              <a:t>github.com/prasannakulkarni2510   ·   linkedin.com/in/prasanna-kulkarni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