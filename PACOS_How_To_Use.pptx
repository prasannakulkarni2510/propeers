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23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FFFFFF"/>
                </a:solidFill>
                <a:latin typeface="Segoe UI"/>
              </a:rPr>
              <a:t>PAC</a:t>
            </a:r>
            <a:r>
              <a:rPr sz="7200" b="1">
                <a:solidFill>
                  <a:srgbClr val="E84A2F"/>
                </a:solidFill>
                <a:latin typeface="Segoe UI"/>
              </a:rPr>
              <a:t>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926080" cy="635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FCFE0"/>
                </a:solidFill>
                <a:latin typeface="Segoe UI"/>
              </a:rPr>
              <a:t>Personal AI Career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B8"/>
                </a:solidFill>
                <a:latin typeface="Segoe UI"/>
              </a:rPr>
              <a:t>A hands-on guide: what it is, how the pieces fit, and how to drive it day to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Multi-agent (LangGraph)  ·  Nemotron  ·  SQLite  ·  React + FastAPI  ·  human-in-the-loop  ·  one-click exe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PACOS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PACOS turns a manual job search into a small, local pipeline. It generates personalised outreach for each lead, captures new leads from a pasted JD or a chat message, watches your Gmail for recruiter signals, and keeps one live tracker so nothing slips.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5F2"/>
          </a:solidFill>
          <a:ln w="12700">
            <a:solidFill>
              <a:srgbClr val="F3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⚑  The golden rules: PACOS never sends anything — you review, copy, and send yourself. The inbox monitor is strictly read-only. And nothing model-proposed is ever saved without your confirmation — the JD parser and chat only propose leads; you approve each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Generate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personalisation agent + four asset agents write a cold email, DM, cover letter, and CV notes per lead — all on the same hook.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Listen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A read-only Gmail monitor parses job alerts and matches recruiter replies to the right lead by exact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Track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SQLite store holds every lead's status, follow-ups, and replies. A daily digest tells you what to do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the System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Three layers, all local. A React dashboard (or the CLI) drives a FastAPI backend, which runs the pipeline and reads/writes one SQLite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React Dashboard (browser)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served by the backend — or just PACOS.exe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Command line (pacos …)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same actions, no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97480"/>
            <a:ext cx="548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6B7B"/>
                </a:solidFill>
                <a:latin typeface="Segoe UI"/>
              </a:rPr>
              <a:t>▼   HTTP / function calls  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063240"/>
            <a:ext cx="7406640" cy="594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063240"/>
            <a:ext cx="71871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FastAPI backend  +  Service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wraps the tested core; never sends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6B7B"/>
                </a:solidFill>
                <a:latin typeface="Segoe U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128016" cy="13716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1 — Generator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LangGraph multi-agent graph. Nemotron writes the 4 assets per lead.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128016" cy="1371600"/>
          </a:xfrm>
          <a:prstGeom prst="rect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2 — Inbox Monitor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Read-only Gmail. Exact-match replies; unmatched go to a queue.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69080"/>
            <a:ext cx="128016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3 — Tracker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SQLite (pacos.db) = source of truth. Status, follow-ups, digest.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447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Segoe UI"/>
              </a:rPr>
              <a:t>pacos.db  —  one local SQLite file (leads · tracker · agent status · unmatched replies · checkpoints)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1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Generation Pipeline (per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For each lead, a supervisor runs one Personalization agent, then fans out to four asset agents in parallel — all sharing the same hook so the outreach reads coherently.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25237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Personalization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1 Nemotron call →
the shared hook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29000" y="2514600"/>
            <a:ext cx="64008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5–7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DM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3–4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Cover Letter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150–200 wd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CV Notes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5–8 bullets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58200" y="2514600"/>
            <a:ext cx="54864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057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057400"/>
            <a:ext cx="22494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output/{Company}_{First}/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4 ready-to-send
.txt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Shared hook: </a:t>
            </a:r>
            <a:r>
              <a:rPr sz="1350" b="0">
                <a:solidFill>
                  <a:srgbClr val="1A1A2E"/>
                </a:solidFill>
                <a:latin typeface="Segoe UI"/>
              </a:rPr>
              <a:t>the Personalization agent finds one specific angle; every asset opens on it, so they feel written by one person.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Conditional skip: </a:t>
            </a:r>
            <a:r>
              <a:rPr sz="1350" b="0">
                <a:solidFill>
                  <a:srgbClr val="1A1A2E"/>
                </a:solidFill>
                <a:latin typeface="Segoe UI"/>
              </a:rPr>
              <a:t>if a lead has no email, the cold-email agent is skipped automatically (the file notes 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(optional): </a:t>
            </a:r>
            <a:r>
              <a:rPr sz="1350" b="0">
                <a:solidFill>
                  <a:srgbClr val="1A1A2E"/>
                </a:solidFill>
                <a:latin typeface="Segoe UI"/>
              </a:rPr>
              <a:t>turn on the toggle to approve or edit each hook before the 4 asset agents spend tokens.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Live status: </a:t>
            </a:r>
            <a:r>
              <a:rPr sz="1350" b="0">
                <a:solidFill>
                  <a:srgbClr val="1A1A2E"/>
                </a:solidFill>
                <a:latin typeface="Segoe UI"/>
              </a:rPr>
              <a:t>each agent reports running → done to the store, so the dashboard's Agent board is real, not decorative.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Resumable: </a:t>
            </a:r>
            <a:r>
              <a:rPr sz="1350" b="0">
                <a:solidFill>
                  <a:srgbClr val="1A1A2E"/>
                </a:solidFill>
                <a:latin typeface="Segoe UI"/>
              </a:rPr>
              <a:t>runs are checkpointed in SQLite — a big batch that fails part-way resumes without re-spending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WHERE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Data Gets Into PACOS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Two inbound paths. Leads come from a CSV you maintain; reply signals come from Gmail. Both land in pacos.db.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4A2F"/>
                </a:solidFill>
                <a:latin typeface="Segoe UI"/>
              </a:rPr>
              <a:t>PATH A — LEADS (the main input)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data/leads.csv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you maintain it
(no scraping)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load_leads()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parse + derive
first_name · domain_tag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ingest_leads()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upsert by lead_id
+ tracker row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01200" y="2423160"/>
            <a:ext cx="45720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210312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2103120"/>
            <a:ext cx="12435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pacos.db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5BE6"/>
                </a:solidFill>
                <a:latin typeface="Segoe UI"/>
              </a:rPr>
              <a:t>PATH B — REPLY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56616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Gmail (read-only)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alerts + replies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2608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40" y="356616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56616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inbox monitor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exact email match?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26364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0" y="3566160"/>
            <a:ext cx="475488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3566160"/>
            <a:ext cx="4535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match → lead's tracker row   ·   no match → unmatched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When ingestion runs: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Explicitly — pacos ingest loads leads.csv into the DB.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Automatically — backend/CLI auto-ingest on first run; re-ingested before every generate.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From the UI — the Leads form writes a lead directly; the JD parser and the chat propose one, and it is written only after you review and confirm.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DO THIS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Create the environment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a Python venv, then install the package (editable).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Add your Nemotron key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free from build.nvidia.com → any Nemotron model → Get API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Provide leads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copy the sample, or drop in your own leads.csv.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(Optional) Gmail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only if you want the inbox monitor; one-time OAuth.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81328"/>
            <a:ext cx="5020056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terminal · run from the pacos/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.venv\Scripts\activate        # Windows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 install -e 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.env.example .env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#   → set NVIDIA_API_KEY=...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data\sample_leads.csv data\leads.csv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ingest                  # load into pacos.db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Without a key, everything still runs in </a:t>
            </a:r>
            <a:r>
              <a:rPr sz="1300" b="1">
                <a:solidFill>
                  <a:srgbClr val="E84A2F"/>
                </a:solidFill>
                <a:latin typeface="Segoe UI"/>
              </a:rPr>
              <a:t>dry-run</a:t>
            </a:r>
            <a:r>
              <a:rPr sz="1300" b="0">
                <a:solidFill>
                  <a:srgbClr val="6B6B7B"/>
                </a:solidFill>
                <a:latin typeface="Segoe UI"/>
              </a:rPr>
              <a:t> mode (template placeholders) — great for trying the flow before spending a single token.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Running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One double-click. PACOS.exe runs everything as a single process (API + dashboard) and opens your browser. The two-server dev mode still exists for coding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8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easiest — the packaged app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Double-click  pacos\PACOS.exe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picks a free port (8000+), opens the browser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close the console window to stop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rebuild after code changes: build_exe.bat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29968"/>
            <a:ext cx="51114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dev mode — hot reload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terminal 1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.venv\Scripts\python -m uvicorn backend.main:app --port 8000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terminal 2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cd frontend &amp;&amp; npm run dev   → localhost:5173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108447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The exe opens the browser for you — the folder PACOS.exe sits in is its workspace (.env, data\leads.csv, tracker.db, output\ live there)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The seven tabs, left to right, are the workflow: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1A2E"/>
                </a:solidFill>
                <a:latin typeface="Segoe UI"/>
              </a:rPr>
              <a:t>Dashboard → Leads → Assets → Approvals → Tracker → Chat → Discovery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1A2E"/>
                </a:solidFill>
                <a:latin typeface="Segoe UI"/>
              </a:rPr>
              <a:t>Generate outreach, review it, log what you sent, watch the pipeline — and capture new leads by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Dashboard — Generate &amp;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Stat tiles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leads, with-assets, follow-ups due, interested, interviews at a glance.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Generate with Nemotron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runs the full pipeline for every lead and writes the asset files.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Dry-run (templates)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same flow, no API call; use it to test without a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tick this to approve each lead's hook before the asset agents run.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Agent status board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the six agents light up idle → running → done as a run executes. This is live state from the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What you'll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011680"/>
            <a:ext cx="4892040" cy="10515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121408"/>
            <a:ext cx="4562856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Generate with Nemotron ]   ← real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Dry-run (templates)   ]   ← no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[x] Review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Agent board (during a run):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Personalization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Cold Email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Cold DM     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Cover Letter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CV Notes  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6B7B"/>
                </a:solidFill>
                <a:latin typeface="Consolas"/>
              </a:rPr>
              <a:t>○ Inbox Monitor     idle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Leads &amp; Assets — Review the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Leads tab — every lead with its domain tone, channel, and (for enriched leads) a predicted email + confidence. Click a row for its assets.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+ Add lead from JD — paste a job description; Nemotron extracts the contact, company and persona; you review, edit, and confirm.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+ Add lead manually — a plain form; what you type goes straight into leads.csv.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Assets tab — pick a lead, read the four generated files, hit Copy. You paste and send yourself — PACOS never sends.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Always read before sending — you are the last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The four files per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cold_email.txt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primary outreach when email is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cold_dm.txt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LinkedIn DM, the no-email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cover_letter.txt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for formal applications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cv_notes.txt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how to tweak your CV for this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Output lives on disk too:  </a:t>
            </a:r>
            <a:r>
              <a:rPr sz="1150" b="1">
                <a:solidFill>
                  <a:srgbClr val="1A1A2E"/>
                </a:solidFill>
                <a:latin typeface="Consolas"/>
              </a:rPr>
              <a:t>output/{Company}_{First}/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Approvals —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This is where you record real-world actions. Nothing here sends — it logs what you did so the tracker stays honest.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Ready to 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with assets, still pending. After you paste &amp; send, click Email / DM / Both to log the channel. Follow-up auto-scheduled (+5 days).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Awaiting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you've sent. When they respond, click Interested / Follow-up / Rejected to record the reply.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Unmatched replies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Recruiter emails the monitor couldn't match by email. Pick the right lead and click Link to associate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92040"/>
            <a:ext cx="10844784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A1A2E"/>
                </a:solidFill>
                <a:latin typeface="Segoe UI"/>
              </a:rPr>
              <a:t>Status flow:  pending → sent → replied → interested → interview → offer   (any reply can branch to rejected)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each transition is one click here or one CLI command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Tracker — The Whole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Pipeline table — every lead with status, dates, channel, reply intent, follow-up due.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Inline status — change any lead's status from a dropdown.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Scan inbox — one click runs the read-only Gmail scan: replies matched to leads, the rest queued as unmatched (needs the one-time Gmail setup).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Daily digest — interviews, warm leads, follow-ups due, unmatched replies, job alerts.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Export anytime — pacos export writes tracker.csv for Excel/Sheets.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72768"/>
            <a:ext cx="497433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Tracker › Daily digest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daily digest — 2026-07-04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====================================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Pipeline: interested:2 interview:1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      pending:2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[!] Interview invites 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Rohan Desai — PeakFlow Labs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[*] Interested / warm 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Aarav Mehta — Nurix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[&gt;] Follow-ups due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[?] Unmatched replies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[+] New job alerts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Chat — Ask, Draft &amp;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Ask anything — the assistant knows your live pipeline stats (leads, statuses, follow-ups due).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Draft outreach — workshop wording before you paste it anywhere.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Capture a lead — describe a person or paste a JD; a ‘Proposed lead’ card appears with editable fields and a persona dropdown.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You confirm — the card writes to leads.csv only when you click Add. The chat itself can never write.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No API key? — chat degrades gracefully and points you to the form and JD parser, which work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Try these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“How many leads do I have?”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“Add this person: Priya Shah, engineering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  manager at Razorpay, Bengaluru,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  priya@razorpay.com”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…or paste a whole JD into the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Flow:  proposal card → review the fields → [ Add to leads.csv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Inbox Monitor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Read-only Gmail. It turns your inbox into structured signal — and never sends, deletes, or labels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One-time setup — create OAuth credentials in Google Cloud, run the auth script once.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Scan from the UI — the Tracker tab’s ‘Scan inbox’ button runs the same scan; no CLI needed.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Job alerts — LinkedIn / Naukri alert emails append to new_jobs.csv.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Replies (exact match) — a reply updates a lead only if the sender email equals the lead’s email.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Unmatched — everything else queues for you to associate by hand (no wrong guesses).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974336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commands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scripts/auth_gmail.py   #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monitor --days 1         # 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               #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&lt;reply_id&gt; &lt;lead_id&gt;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8056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E4F7EC"/>
          </a:solidFill>
          <a:ln w="12700">
            <a:solidFill>
              <a:srgbClr val="B6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6B38"/>
                </a:solidFill>
                <a:latin typeface="Segoe UI"/>
              </a:rPr>
              <a:t>Read-only by design — scope is gmail.readonly. It cannot modify your mailbox.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POWER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Command-Line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Everything the dashboard does, the CLI does too. Run from the pacos/ folder.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11064239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3404"/>
                <a:gridCol w="5310835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ingest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Load data/leads.csv into pacos.db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leads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Preview parsed leads + domain tags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generate [--dry-run] [--limit N] [--review-hooks]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Run the agent pipeline; write assets + tracker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sent &lt;id&gt; --channel email|dm|both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Mark an approved outreach as sent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reply &lt;id&gt; --intent interested|rejected|follow-up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Record a recruiter reply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status &lt;id&gt; &lt;status&gt;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Move a lead along the status flow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monitor --days 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Read Gmail, match replies (exact)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associate [&lt;reply_id&gt; &lt;lead_id&gt;]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List / link unmatched replies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digest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Print today's action list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export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Write tracker.csv from the store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Model &amp; Settings (.env)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PACOS runs on NVIDIA Nemotron via an OpenAI-compatible endpoint. Swap the model with one line — no code change.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20240"/>
          <a:ext cx="1106423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3126"/>
                <a:gridCol w="7081113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Setting (.env)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 / default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NVIDIA_API_KEY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Your Nemotron key (required for real generation)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NEMOTRON_MODEL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e.g. nvidia/nemotron-3-ultra-550b-a55b  or  llama-3.1-nemotron-70b-instruct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NEMOTRON_BASE_URL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https://integrate.api.nvidia.com/v1  (OpenAI-compatible)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LEADS_CSV_PATH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data/leads.csv  (your input sheet)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FOLLOW_UP_DAYS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5  (auto follow-up window after a send)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CANDIDATE_NAME / HEADLINE / EMAIL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signs your outreach; feeds personalisation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Because the endpoint is OpenAI-compatible, you can also point </a:t>
            </a:r>
            <a:r>
              <a:rPr sz="1250" b="1">
                <a:solidFill>
                  <a:srgbClr val="1A1A2E"/>
                </a:solidFill>
                <a:latin typeface="Consolas"/>
              </a:rPr>
              <a:t>NEMOTRON_BASE_URL</a:t>
            </a:r>
            <a:r>
              <a:rPr sz="1300" b="0">
                <a:solidFill>
                  <a:srgbClr val="6B6B7B"/>
                </a:solidFill>
                <a:latin typeface="Segoe UI"/>
              </a:rPr>
              <a:t> at a self-hosted NIM container without touching the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Golden Rules &amp; Everyday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Golden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PACOS never sends — you copy-paste every message.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Extractors only propose — JD parser &amp; chat leads are saved only when you confirm.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Always read an asset before sending it.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The inbox monitor is read-only.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tracker.db is the source of truth; tracker.csv is an export.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Dry-run first when trying anything new — no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5BE6"/>
                </a:solidFill>
                <a:latin typeface="Segoe UI"/>
              </a:rPr>
              <a:t>A typical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920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Add leads — paste a JD or chat (‘Add this person…’); confirm the proposal. Or use the form.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Generate — Dashboard ‘Generate with Nemotron’.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Review &amp; send — Assets tab, copy, paste into Gmail/LinkedIn (Tue–Thu mornings).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Log it — Approvals: mark sent.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Listen — Tracker ‘Scan inbox’; associate unmatched.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Act — read the digest; follow up on what’s due.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You're ready to run PACOS.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FCFE0"/>
                </a:solidFill>
                <a:latin typeface="Segoe UI"/>
              </a:rPr>
              <a:t>Generate  →  review  →  send by hand  →  log  →  track.  Repeat.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CFCFE0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CFCFE0"/>
                </a:solidFill>
                <a:latin typeface="Segoe UI"/>
              </a:rPr>
              <a:t>Double-click PACOS.exe — it opens the dashboard for you. Then click ‘Generate with Nemotron’.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PACOS · Personal AI Career Operating System · human-in-the-loop, always.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